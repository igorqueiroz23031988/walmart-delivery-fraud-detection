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314" r:id="rId3"/>
    <p:sldId id="315" r:id="rId4"/>
    <p:sldId id="31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745"/>
    <a:srgbClr val="00284C"/>
    <a:srgbClr val="031333"/>
    <a:srgbClr val="003360"/>
    <a:srgbClr val="5E7DD4"/>
    <a:srgbClr val="029FD0"/>
    <a:srgbClr val="014C63"/>
    <a:srgbClr val="2CCAFC"/>
    <a:srgbClr val="365CC8"/>
    <a:srgbClr val="274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64" d="100"/>
          <a:sy n="64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B759C-C2B5-4AA6-97BA-C4B8C3FE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E202F8-7611-4A12-9A68-86C02F45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4AC3C8-8F0A-45F6-B5BB-346447B8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6FFD09-7B4D-412B-82A1-E80FAC3C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3C1FC-BEAF-4FA9-9978-7F7EA890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80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DFC44-2063-44BC-9A8B-060D791A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F560D-7BB4-46C2-95EF-D68AE3F06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B0D38-2C40-4BE4-8FC6-3C71B166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B190D-5021-42B1-BD6B-9721DFCE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7E5667-4DB5-4945-8FBD-EFF4477D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858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11BAC-9BBC-4CB6-97A0-81718446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790E21-4C5B-438A-A30B-2CFF5820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77C35-E28D-4060-8D8B-E804D9C7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C31BC1-0867-4507-AEFD-E8EB9169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E78C43-3AF8-4B3F-B234-CCF949E7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38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2F42-1EDE-40F9-BC01-90B01ECE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E8413C-06FB-4ED5-9337-ED9734101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33AC85-0ED1-4ADD-80A9-86A521C05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CB643F-F946-45EC-A6FE-FCD2F315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3A83A3-1818-44F2-84CF-2257E386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B0DB9F-B124-4079-BEAB-A3197352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88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168A0-E1F9-42B3-978C-B471B6CD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224CF0-F9D4-4E34-B84B-19BDA2B3D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55AFD0-46BA-45EB-AB6A-2F3ED7282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D833A4-CFA4-4D5D-8B0C-4BDE6209A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A0BFE2-6295-4A94-8ADA-46654A5FC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944FC1-80BA-4D32-90DB-01F3A1CD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A0C28D-6CB1-4648-A1BB-C266E721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8CBD2-183D-48CF-9832-6314BB93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68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DEC34-650C-4AC2-8B0C-B0631E86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1763F7-89F8-4E39-9B57-8AE4B0DA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22438B-1DA1-4F79-B3DA-60782798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C374A6-77F9-4914-860B-077F527C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76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A9F907-AC09-4953-BDF4-A2DB88E3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A2967C-4DD6-4B8F-8085-7AE677E3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A5844A-AACE-4BB8-B88B-56B113C0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2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84975-F55A-4460-B9F8-F7867241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21BBEA-0F93-477A-B6B2-A0AADDBA7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084BF2-571E-40C1-B14C-291312758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95A82F-3D27-4828-9393-C7744452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FBB1DF-783C-4263-A9C4-712553D5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969D14-8EC3-4452-A4F2-2CEDCFB6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45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34A44-15D7-4FA3-81B4-856A9D02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937D74-287D-492E-AE5E-416535F9E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CAE0EE-C36C-49E2-9B4E-B95E8B298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2B441B-2D83-4945-975F-E9D3241A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490E16-8D09-41B7-AE31-39F69566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B73C67-4F08-4966-9788-68D67018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934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FD50E-BAD7-4913-84E9-26B1B237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BD5153-7DAC-4A56-B6A7-5AD6643DF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67C579-DCD1-408A-B7E1-F2BDB4DA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CB55C1-2797-4B36-BE30-2A98588D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DACB4A-B557-4617-B678-B753EEBF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0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DA8CFF-5798-470C-B9D3-DC8CFFB9F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69F783-CCFC-417B-ABE2-8F6CDEFC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436238-007F-4D70-8820-6A0EE03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44888-5112-4123-BDE7-15A23489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5F61D7-3FD9-4854-A860-4BFCAA3A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3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69FCF79-F03B-4368-9F1C-23CFBA79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A78E2C-F6E5-465D-968B-A459FDC4D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995F9E-FBF8-4AFA-9B49-452A8122E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2B505-841C-4C89-B392-8F545B9B6E7F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3DE84F-7389-41DA-A6BA-43084261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DD129F-155D-46BF-8121-11BFA7298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CD209-0F25-469A-8C2D-02EDE24F823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58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1965747" y="768674"/>
            <a:ext cx="2395072" cy="910423"/>
          </a:xfrm>
          <a:prstGeom prst="roundRect">
            <a:avLst>
              <a:gd name="adj" fmla="val 17481"/>
            </a:avLst>
          </a:prstGeom>
          <a:solidFill>
            <a:srgbClr val="001643"/>
          </a:solidFill>
          <a:ln>
            <a:noFill/>
          </a:ln>
          <a:effectLst>
            <a:outerShdw blurRad="50800" dist="38100" dir="5400000" algn="t" rotWithShape="0">
              <a:srgbClr val="00319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99CC5D5-9349-468E-A7EE-38AA98C61989}"/>
              </a:ext>
            </a:extLst>
          </p:cNvPr>
          <p:cNvSpPr/>
          <p:nvPr/>
        </p:nvSpPr>
        <p:spPr>
          <a:xfrm>
            <a:off x="207281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4528308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F41794-298D-0FF4-838E-F662E4621C5B}"/>
              </a:ext>
            </a:extLst>
          </p:cNvPr>
          <p:cNvSpPr/>
          <p:nvPr/>
        </p:nvSpPr>
        <p:spPr>
          <a:xfrm>
            <a:off x="464790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7046375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89597ED-ADF5-1D09-7492-BC1393DB3E7F}"/>
              </a:ext>
            </a:extLst>
          </p:cNvPr>
          <p:cNvSpPr/>
          <p:nvPr/>
        </p:nvSpPr>
        <p:spPr>
          <a:xfrm>
            <a:off x="7189342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564442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06AABBC-8603-C59C-94DD-BCAC6793FB4B}"/>
              </a:ext>
            </a:extLst>
          </p:cNvPr>
          <p:cNvSpPr/>
          <p:nvPr/>
        </p:nvSpPr>
        <p:spPr>
          <a:xfrm>
            <a:off x="9689655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4489120" y="123921"/>
            <a:ext cx="3259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002060"/>
                </a:solidFill>
                <a:latin typeface="Montserrat SemiBold" panose="00000700000000000000" pitchFamily="2" charset="0"/>
              </a:rPr>
              <a:t>Dashboard RH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5327374" y="1882491"/>
            <a:ext cx="6639588" cy="2243257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20B73B9-BF86-E8A5-1557-3465E5A11242}"/>
              </a:ext>
            </a:extLst>
          </p:cNvPr>
          <p:cNvSpPr/>
          <p:nvPr/>
        </p:nvSpPr>
        <p:spPr>
          <a:xfrm>
            <a:off x="5327374" y="4236720"/>
            <a:ext cx="3342694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735A663-C4DA-983A-ABB6-9303653CCE31}"/>
              </a:ext>
            </a:extLst>
          </p:cNvPr>
          <p:cNvSpPr/>
          <p:nvPr/>
        </p:nvSpPr>
        <p:spPr>
          <a:xfrm>
            <a:off x="8786190" y="4236720"/>
            <a:ext cx="3180771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554A070-083D-1534-795C-3B8C68DF8DD5}"/>
              </a:ext>
            </a:extLst>
          </p:cNvPr>
          <p:cNvSpPr/>
          <p:nvPr/>
        </p:nvSpPr>
        <p:spPr>
          <a:xfrm>
            <a:off x="135825" y="142536"/>
            <a:ext cx="1603523" cy="155935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97930E4-E62C-A4B7-79A2-538AB361714F}"/>
              </a:ext>
            </a:extLst>
          </p:cNvPr>
          <p:cNvSpPr/>
          <p:nvPr/>
        </p:nvSpPr>
        <p:spPr>
          <a:xfrm>
            <a:off x="133425" y="2080310"/>
            <a:ext cx="1603522" cy="4666719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BB72614-CC4E-65C0-92FC-7FE9BDF9744C}"/>
              </a:ext>
            </a:extLst>
          </p:cNvPr>
          <p:cNvSpPr/>
          <p:nvPr/>
        </p:nvSpPr>
        <p:spPr>
          <a:xfrm>
            <a:off x="135826" y="1480941"/>
            <a:ext cx="1360137" cy="770413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A7249D4-A277-05B4-7D68-EB5C18CC6CB7}"/>
              </a:ext>
            </a:extLst>
          </p:cNvPr>
          <p:cNvSpPr/>
          <p:nvPr/>
        </p:nvSpPr>
        <p:spPr>
          <a:xfrm>
            <a:off x="225038" y="1701886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0B80643-AA42-F688-86A7-574DBD9DCEAD}"/>
              </a:ext>
            </a:extLst>
          </p:cNvPr>
          <p:cNvSpPr/>
          <p:nvPr/>
        </p:nvSpPr>
        <p:spPr>
          <a:xfrm>
            <a:off x="1875190" y="1882492"/>
            <a:ext cx="3342694" cy="4772308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EB5EA77-CF57-F372-9E6B-BB84870B9651}"/>
              </a:ext>
            </a:extLst>
          </p:cNvPr>
          <p:cNvSpPr txBox="1"/>
          <p:nvPr/>
        </p:nvSpPr>
        <p:spPr>
          <a:xfrm>
            <a:off x="277825" y="1734355"/>
            <a:ext cx="1481818" cy="317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2060"/>
                </a:solidFill>
                <a:latin typeface="Montserrat SemiBold" panose="00000700000000000000" pitchFamily="2" charset="0"/>
              </a:rPr>
              <a:t>Contratações</a:t>
            </a:r>
          </a:p>
        </p:txBody>
      </p:sp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3460486B-72CA-6A58-A45A-975641655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00" y="982800"/>
            <a:ext cx="482400" cy="482400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A5DED424-9BB9-E898-9F0E-772DE610D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200" y="982800"/>
            <a:ext cx="482400" cy="482400"/>
          </a:xfrm>
          <a:prstGeom prst="rect">
            <a:avLst/>
          </a:prstGeom>
        </p:spPr>
      </p:pic>
      <p:pic>
        <p:nvPicPr>
          <p:cNvPr id="33" name="Imagem 32" descr="Ícone&#10;&#10;Descrição gerada automaticamente">
            <a:extLst>
              <a:ext uri="{FF2B5EF4-FFF2-40B4-BE49-F238E27FC236}">
                <a16:creationId xmlns:a16="http://schemas.microsoft.com/office/drawing/2014/main" id="{443C12CF-AE21-51CA-4D90-006A48912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00" y="950400"/>
            <a:ext cx="529200" cy="529200"/>
          </a:xfrm>
          <a:prstGeom prst="rect">
            <a:avLst/>
          </a:prstGeom>
        </p:spPr>
      </p:pic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9273C16D-8674-9E62-C8BD-8B8D49D6CC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400" y="993600"/>
            <a:ext cx="453600" cy="453600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5700C899-BC73-CE69-1986-3F1D31BC6BC5}"/>
              </a:ext>
            </a:extLst>
          </p:cNvPr>
          <p:cNvSpPr txBox="1"/>
          <p:nvPr/>
        </p:nvSpPr>
        <p:spPr>
          <a:xfrm>
            <a:off x="277825" y="2478612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Salário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F440851-7CA0-D184-037A-6568D9CD4DA2}"/>
              </a:ext>
            </a:extLst>
          </p:cNvPr>
          <p:cNvSpPr txBox="1"/>
          <p:nvPr/>
        </p:nvSpPr>
        <p:spPr>
          <a:xfrm>
            <a:off x="277825" y="3255067"/>
            <a:ext cx="131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Func</a:t>
            </a:r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. Ativos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18362DC-8E39-9BDF-9541-929F5FA75A58}"/>
              </a:ext>
            </a:extLst>
          </p:cNvPr>
          <p:cNvSpPr txBox="1"/>
          <p:nvPr/>
        </p:nvSpPr>
        <p:spPr>
          <a:xfrm>
            <a:off x="277825" y="4050422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Desligados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908EDF-B083-1BE7-4C71-25B8B03F0249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88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5" y="108110"/>
            <a:ext cx="1175745" cy="117818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44216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1965747" y="768674"/>
            <a:ext cx="2395072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99CC5D5-9349-468E-A7EE-38AA98C61989}"/>
              </a:ext>
            </a:extLst>
          </p:cNvPr>
          <p:cNvSpPr/>
          <p:nvPr/>
        </p:nvSpPr>
        <p:spPr>
          <a:xfrm>
            <a:off x="207281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4528308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rgbClr val="001643"/>
          </a:solidFill>
          <a:ln>
            <a:noFill/>
          </a:ln>
          <a:effectLst>
            <a:outerShdw blurRad="50800" dist="38100" dir="5400000" algn="t" rotWithShape="0">
              <a:srgbClr val="00319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F41794-298D-0FF4-838E-F662E4621C5B}"/>
              </a:ext>
            </a:extLst>
          </p:cNvPr>
          <p:cNvSpPr/>
          <p:nvPr/>
        </p:nvSpPr>
        <p:spPr>
          <a:xfrm>
            <a:off x="464790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7046375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89597ED-ADF5-1D09-7492-BC1393DB3E7F}"/>
              </a:ext>
            </a:extLst>
          </p:cNvPr>
          <p:cNvSpPr/>
          <p:nvPr/>
        </p:nvSpPr>
        <p:spPr>
          <a:xfrm>
            <a:off x="7189342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564442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06AABBC-8603-C59C-94DD-BCAC6793FB4B}"/>
              </a:ext>
            </a:extLst>
          </p:cNvPr>
          <p:cNvSpPr/>
          <p:nvPr/>
        </p:nvSpPr>
        <p:spPr>
          <a:xfrm>
            <a:off x="9689655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4489120" y="123921"/>
            <a:ext cx="3259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002060"/>
                </a:solidFill>
                <a:latin typeface="Montserrat SemiBold" panose="00000700000000000000" pitchFamily="2" charset="0"/>
              </a:rPr>
              <a:t>Dashboard RH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5327374" y="1882491"/>
            <a:ext cx="6639588" cy="2243257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20B73B9-BF86-E8A5-1557-3465E5A11242}"/>
              </a:ext>
            </a:extLst>
          </p:cNvPr>
          <p:cNvSpPr/>
          <p:nvPr/>
        </p:nvSpPr>
        <p:spPr>
          <a:xfrm>
            <a:off x="5327374" y="4236720"/>
            <a:ext cx="3342694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735A663-C4DA-983A-ABB6-9303653CCE31}"/>
              </a:ext>
            </a:extLst>
          </p:cNvPr>
          <p:cNvSpPr/>
          <p:nvPr/>
        </p:nvSpPr>
        <p:spPr>
          <a:xfrm>
            <a:off x="8786190" y="4236720"/>
            <a:ext cx="3180771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554A070-083D-1534-795C-3B8C68DF8DD5}"/>
              </a:ext>
            </a:extLst>
          </p:cNvPr>
          <p:cNvSpPr/>
          <p:nvPr/>
        </p:nvSpPr>
        <p:spPr>
          <a:xfrm>
            <a:off x="135825" y="142536"/>
            <a:ext cx="1603523" cy="2288124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BB72614-CC4E-65C0-92FC-7FE9BDF9744C}"/>
              </a:ext>
            </a:extLst>
          </p:cNvPr>
          <p:cNvSpPr/>
          <p:nvPr/>
        </p:nvSpPr>
        <p:spPr>
          <a:xfrm>
            <a:off x="135826" y="2112598"/>
            <a:ext cx="1360137" cy="89682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0B80643-AA42-F688-86A7-574DBD9DCEAD}"/>
              </a:ext>
            </a:extLst>
          </p:cNvPr>
          <p:cNvSpPr/>
          <p:nvPr/>
        </p:nvSpPr>
        <p:spPr>
          <a:xfrm>
            <a:off x="1875190" y="1882492"/>
            <a:ext cx="3342694" cy="4772308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360ECDD-D213-ED94-74B4-3BBD57DC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5" y="108110"/>
            <a:ext cx="1175745" cy="1178185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0F5F058-AA1E-DA0D-EB56-CFF3B8E56ACB}"/>
              </a:ext>
            </a:extLst>
          </p:cNvPr>
          <p:cNvSpPr/>
          <p:nvPr/>
        </p:nvSpPr>
        <p:spPr>
          <a:xfrm>
            <a:off x="225038" y="2430660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EB5EA77-CF57-F372-9E6B-BB84870B9651}"/>
              </a:ext>
            </a:extLst>
          </p:cNvPr>
          <p:cNvSpPr txBox="1"/>
          <p:nvPr/>
        </p:nvSpPr>
        <p:spPr>
          <a:xfrm>
            <a:off x="277825" y="2478612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2060"/>
                </a:solidFill>
                <a:latin typeface="Montserrat SemiBold" panose="00000700000000000000" pitchFamily="2" charset="0"/>
              </a:rPr>
              <a:t>Salário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EA2F690-FD60-E9AD-C39E-A1AA6A08892C}"/>
              </a:ext>
            </a:extLst>
          </p:cNvPr>
          <p:cNvSpPr/>
          <p:nvPr/>
        </p:nvSpPr>
        <p:spPr>
          <a:xfrm>
            <a:off x="133425" y="2809084"/>
            <a:ext cx="1603522" cy="3937945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0A2F9318-46B2-E3B9-D610-59E0BD27C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00" y="982800"/>
            <a:ext cx="482400" cy="482400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6EB6BFE3-98FD-17E6-C7C0-26A5F316F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200" y="982800"/>
            <a:ext cx="482400" cy="482400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7F16CE9F-50C9-9F94-C89A-5BD2A89EF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00" y="950400"/>
            <a:ext cx="529200" cy="529200"/>
          </a:xfrm>
          <a:prstGeom prst="rect">
            <a:avLst/>
          </a:prstGeom>
        </p:spPr>
      </p:pic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77582BD4-1A1D-6FB5-D5B7-856E819A68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400" y="993600"/>
            <a:ext cx="453600" cy="453600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A613DA0B-1DD4-4418-E6CD-D9155E020549}"/>
              </a:ext>
            </a:extLst>
          </p:cNvPr>
          <p:cNvSpPr txBox="1"/>
          <p:nvPr/>
        </p:nvSpPr>
        <p:spPr>
          <a:xfrm>
            <a:off x="277825" y="1744459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Contratações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79C2F46-0C7E-4F4A-57E2-64F3548AF91A}"/>
              </a:ext>
            </a:extLst>
          </p:cNvPr>
          <p:cNvSpPr txBox="1"/>
          <p:nvPr/>
        </p:nvSpPr>
        <p:spPr>
          <a:xfrm>
            <a:off x="277825" y="3255067"/>
            <a:ext cx="131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Func</a:t>
            </a:r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. Ativos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EE0BBC0-C8FC-E2C4-DEE6-7780049C9EB0}"/>
              </a:ext>
            </a:extLst>
          </p:cNvPr>
          <p:cNvSpPr txBox="1"/>
          <p:nvPr/>
        </p:nvSpPr>
        <p:spPr>
          <a:xfrm>
            <a:off x="277825" y="4050422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Desligados</a:t>
            </a:r>
          </a:p>
        </p:txBody>
      </p:sp>
    </p:spTree>
    <p:extLst>
      <p:ext uri="{BB962C8B-B14F-4D97-AF65-F5344CB8AC3E}">
        <p14:creationId xmlns:p14="http://schemas.microsoft.com/office/powerpoint/2010/main" val="75308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1965747" y="768674"/>
            <a:ext cx="2395072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99CC5D5-9349-468E-A7EE-38AA98C61989}"/>
              </a:ext>
            </a:extLst>
          </p:cNvPr>
          <p:cNvSpPr/>
          <p:nvPr/>
        </p:nvSpPr>
        <p:spPr>
          <a:xfrm>
            <a:off x="207281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4528308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F41794-298D-0FF4-838E-F662E4621C5B}"/>
              </a:ext>
            </a:extLst>
          </p:cNvPr>
          <p:cNvSpPr/>
          <p:nvPr/>
        </p:nvSpPr>
        <p:spPr>
          <a:xfrm>
            <a:off x="464790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7046375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rgbClr val="001643"/>
          </a:solidFill>
          <a:ln>
            <a:noFill/>
          </a:ln>
          <a:effectLst>
            <a:outerShdw blurRad="50800" dist="38100" dir="5400000" algn="t" rotWithShape="0">
              <a:srgbClr val="00319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89597ED-ADF5-1D09-7492-BC1393DB3E7F}"/>
              </a:ext>
            </a:extLst>
          </p:cNvPr>
          <p:cNvSpPr/>
          <p:nvPr/>
        </p:nvSpPr>
        <p:spPr>
          <a:xfrm>
            <a:off x="7189342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564442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06AABBC-8603-C59C-94DD-BCAC6793FB4B}"/>
              </a:ext>
            </a:extLst>
          </p:cNvPr>
          <p:cNvSpPr/>
          <p:nvPr/>
        </p:nvSpPr>
        <p:spPr>
          <a:xfrm>
            <a:off x="9689655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4489120" y="123921"/>
            <a:ext cx="3259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002060"/>
                </a:solidFill>
                <a:latin typeface="Montserrat SemiBold" panose="00000700000000000000" pitchFamily="2" charset="0"/>
              </a:rPr>
              <a:t>Dashboard RH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5327374" y="1882491"/>
            <a:ext cx="6639588" cy="2243257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20B73B9-BF86-E8A5-1557-3465E5A11242}"/>
              </a:ext>
            </a:extLst>
          </p:cNvPr>
          <p:cNvSpPr/>
          <p:nvPr/>
        </p:nvSpPr>
        <p:spPr>
          <a:xfrm>
            <a:off x="5327374" y="4236720"/>
            <a:ext cx="3342694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735A663-C4DA-983A-ABB6-9303653CCE31}"/>
              </a:ext>
            </a:extLst>
          </p:cNvPr>
          <p:cNvSpPr/>
          <p:nvPr/>
        </p:nvSpPr>
        <p:spPr>
          <a:xfrm>
            <a:off x="8786190" y="4236720"/>
            <a:ext cx="3180771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554A070-083D-1534-795C-3B8C68DF8DD5}"/>
              </a:ext>
            </a:extLst>
          </p:cNvPr>
          <p:cNvSpPr/>
          <p:nvPr/>
        </p:nvSpPr>
        <p:spPr>
          <a:xfrm>
            <a:off x="135825" y="142535"/>
            <a:ext cx="1603523" cy="3074679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97930E4-E62C-A4B7-79A2-538AB361714F}"/>
              </a:ext>
            </a:extLst>
          </p:cNvPr>
          <p:cNvSpPr/>
          <p:nvPr/>
        </p:nvSpPr>
        <p:spPr>
          <a:xfrm>
            <a:off x="133425" y="3595640"/>
            <a:ext cx="1603522" cy="3151388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BB72614-CC4E-65C0-92FC-7FE9BDF9744C}"/>
              </a:ext>
            </a:extLst>
          </p:cNvPr>
          <p:cNvSpPr/>
          <p:nvPr/>
        </p:nvSpPr>
        <p:spPr>
          <a:xfrm>
            <a:off x="135826" y="2958018"/>
            <a:ext cx="1360137" cy="89682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0B80643-AA42-F688-86A7-574DBD9DCEAD}"/>
              </a:ext>
            </a:extLst>
          </p:cNvPr>
          <p:cNvSpPr/>
          <p:nvPr/>
        </p:nvSpPr>
        <p:spPr>
          <a:xfrm>
            <a:off x="1875190" y="1882492"/>
            <a:ext cx="3342694" cy="4772308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360ECDD-D213-ED94-74B4-3BBD57DC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5" y="108110"/>
            <a:ext cx="1175745" cy="1178185"/>
          </a:xfrm>
          <a:prstGeom prst="rect">
            <a:avLst/>
          </a:prstGeom>
          <a:effectLst/>
        </p:spPr>
      </p:pic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C1F9DDC-59C8-DF88-4E0E-E45B6D231EC3}"/>
              </a:ext>
            </a:extLst>
          </p:cNvPr>
          <p:cNvSpPr/>
          <p:nvPr/>
        </p:nvSpPr>
        <p:spPr>
          <a:xfrm>
            <a:off x="225038" y="3217216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EB5EA77-CF57-F372-9E6B-BB84870B9651}"/>
              </a:ext>
            </a:extLst>
          </p:cNvPr>
          <p:cNvSpPr txBox="1"/>
          <p:nvPr/>
        </p:nvSpPr>
        <p:spPr>
          <a:xfrm>
            <a:off x="277825" y="3255067"/>
            <a:ext cx="131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rgbClr val="002060"/>
                </a:solidFill>
                <a:latin typeface="Montserrat SemiBold" panose="00000700000000000000" pitchFamily="2" charset="0"/>
              </a:rPr>
              <a:t>Func</a:t>
            </a:r>
            <a:r>
              <a:rPr lang="pt-BR" sz="1400" dirty="0">
                <a:solidFill>
                  <a:srgbClr val="002060"/>
                </a:solidFill>
                <a:latin typeface="Montserrat SemiBold" panose="00000700000000000000" pitchFamily="2" charset="0"/>
              </a:rPr>
              <a:t>. Ativos</a:t>
            </a:r>
          </a:p>
        </p:txBody>
      </p:sp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7A756134-97C1-929A-6CB3-E92E1A196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00" y="982800"/>
            <a:ext cx="482400" cy="482400"/>
          </a:xfrm>
          <a:prstGeom prst="rect">
            <a:avLst/>
          </a:prstGeom>
        </p:spPr>
      </p:pic>
      <p:pic>
        <p:nvPicPr>
          <p:cNvPr id="15" name="Imagem 14" descr="Ícone&#10;&#10;Descrição gerada automaticamente">
            <a:extLst>
              <a:ext uri="{FF2B5EF4-FFF2-40B4-BE49-F238E27FC236}">
                <a16:creationId xmlns:a16="http://schemas.microsoft.com/office/drawing/2014/main" id="{8FF0EA33-6DEE-E1CA-96B7-B0B50F2B48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200" y="982800"/>
            <a:ext cx="482400" cy="482400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DD131AD0-9A65-8248-E9F6-DF12E1F3E7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00" y="950400"/>
            <a:ext cx="529200" cy="529200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F9688DA5-3BEE-DC75-CB44-BB55358D4D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400" y="993600"/>
            <a:ext cx="453600" cy="453600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E90E271F-3B7E-3555-385D-4BF2234CDEFB}"/>
              </a:ext>
            </a:extLst>
          </p:cNvPr>
          <p:cNvSpPr txBox="1"/>
          <p:nvPr/>
        </p:nvSpPr>
        <p:spPr>
          <a:xfrm>
            <a:off x="277825" y="2478612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Salário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83F09EF-3B31-7732-BA7C-5E0329ED1A56}"/>
              </a:ext>
            </a:extLst>
          </p:cNvPr>
          <p:cNvSpPr txBox="1"/>
          <p:nvPr/>
        </p:nvSpPr>
        <p:spPr>
          <a:xfrm>
            <a:off x="277825" y="4050422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Desligados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761DDD8-7BE3-3EFC-1365-6506D8CCD181}"/>
              </a:ext>
            </a:extLst>
          </p:cNvPr>
          <p:cNvSpPr txBox="1"/>
          <p:nvPr/>
        </p:nvSpPr>
        <p:spPr>
          <a:xfrm>
            <a:off x="277825" y="1744459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Contratações</a:t>
            </a:r>
          </a:p>
        </p:txBody>
      </p:sp>
    </p:spTree>
    <p:extLst>
      <p:ext uri="{BB962C8B-B14F-4D97-AF65-F5344CB8AC3E}">
        <p14:creationId xmlns:p14="http://schemas.microsoft.com/office/powerpoint/2010/main" val="2631447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FBB347-681C-4EFA-71F6-687E4AF7A3C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118535" y="110067"/>
            <a:ext cx="11963974" cy="6636962"/>
          </a:xfrm>
          <a:prstGeom prst="roundRect">
            <a:avLst>
              <a:gd name="adj" fmla="val 3334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1965747" y="768674"/>
            <a:ext cx="2395072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99CC5D5-9349-468E-A7EE-38AA98C61989}"/>
              </a:ext>
            </a:extLst>
          </p:cNvPr>
          <p:cNvSpPr/>
          <p:nvPr/>
        </p:nvSpPr>
        <p:spPr>
          <a:xfrm>
            <a:off x="207281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746D8A-E304-4F1C-BEAC-BA051CF5DEB7}"/>
              </a:ext>
            </a:extLst>
          </p:cNvPr>
          <p:cNvSpPr/>
          <p:nvPr/>
        </p:nvSpPr>
        <p:spPr>
          <a:xfrm>
            <a:off x="4528308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F41794-298D-0FF4-838E-F662E4621C5B}"/>
              </a:ext>
            </a:extLst>
          </p:cNvPr>
          <p:cNvSpPr/>
          <p:nvPr/>
        </p:nvSpPr>
        <p:spPr>
          <a:xfrm>
            <a:off x="4647903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893103-4C73-ECA4-F862-DC607D213EEA}"/>
              </a:ext>
            </a:extLst>
          </p:cNvPr>
          <p:cNvSpPr/>
          <p:nvPr/>
        </p:nvSpPr>
        <p:spPr>
          <a:xfrm>
            <a:off x="7046375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89597ED-ADF5-1D09-7492-BC1393DB3E7F}"/>
              </a:ext>
            </a:extLst>
          </p:cNvPr>
          <p:cNvSpPr/>
          <p:nvPr/>
        </p:nvSpPr>
        <p:spPr>
          <a:xfrm>
            <a:off x="7189342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1B803F-EC71-CBA4-A8FA-E1DBC4D34194}"/>
              </a:ext>
            </a:extLst>
          </p:cNvPr>
          <p:cNvSpPr/>
          <p:nvPr/>
        </p:nvSpPr>
        <p:spPr>
          <a:xfrm>
            <a:off x="9564442" y="768674"/>
            <a:ext cx="2349155" cy="910423"/>
          </a:xfrm>
          <a:prstGeom prst="roundRect">
            <a:avLst>
              <a:gd name="adj" fmla="val 17481"/>
            </a:avLst>
          </a:prstGeom>
          <a:solidFill>
            <a:srgbClr val="001643"/>
          </a:solidFill>
          <a:ln>
            <a:noFill/>
          </a:ln>
          <a:effectLst>
            <a:outerShdw blurRad="50800" dist="38100" dir="5400000" algn="t" rotWithShape="0">
              <a:srgbClr val="00319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06AABBC-8603-C59C-94DD-BCAC6793FB4B}"/>
              </a:ext>
            </a:extLst>
          </p:cNvPr>
          <p:cNvSpPr/>
          <p:nvPr/>
        </p:nvSpPr>
        <p:spPr>
          <a:xfrm>
            <a:off x="9689655" y="868814"/>
            <a:ext cx="686920" cy="710141"/>
          </a:xfrm>
          <a:prstGeom prst="roundRect">
            <a:avLst>
              <a:gd name="adj" fmla="val 16408"/>
            </a:avLst>
          </a:prstGeom>
          <a:solidFill>
            <a:srgbClr val="F5F7F9"/>
          </a:solidFill>
          <a:ln>
            <a:solidFill>
              <a:srgbClr val="F5F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CE1CF64-910A-D54B-FA71-44D306E59F32}"/>
              </a:ext>
            </a:extLst>
          </p:cNvPr>
          <p:cNvSpPr txBox="1"/>
          <p:nvPr/>
        </p:nvSpPr>
        <p:spPr>
          <a:xfrm>
            <a:off x="4489120" y="123921"/>
            <a:ext cx="3259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002060"/>
                </a:solidFill>
                <a:latin typeface="Montserrat SemiBold" panose="00000700000000000000" pitchFamily="2" charset="0"/>
              </a:rPr>
              <a:t>Dashboard RH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B14365E-4E79-F2A4-7A20-9898C6B887BF}"/>
              </a:ext>
            </a:extLst>
          </p:cNvPr>
          <p:cNvSpPr/>
          <p:nvPr/>
        </p:nvSpPr>
        <p:spPr>
          <a:xfrm>
            <a:off x="5327374" y="1882491"/>
            <a:ext cx="6639588" cy="2243257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20B73B9-BF86-E8A5-1557-3465E5A11242}"/>
              </a:ext>
            </a:extLst>
          </p:cNvPr>
          <p:cNvSpPr/>
          <p:nvPr/>
        </p:nvSpPr>
        <p:spPr>
          <a:xfrm>
            <a:off x="5327374" y="4236720"/>
            <a:ext cx="3342694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735A663-C4DA-983A-ABB6-9303653CCE31}"/>
              </a:ext>
            </a:extLst>
          </p:cNvPr>
          <p:cNvSpPr/>
          <p:nvPr/>
        </p:nvSpPr>
        <p:spPr>
          <a:xfrm>
            <a:off x="8786190" y="4236720"/>
            <a:ext cx="3180771" cy="2418080"/>
          </a:xfrm>
          <a:prstGeom prst="roundRect">
            <a:avLst>
              <a:gd name="adj" fmla="val 541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554A070-083D-1534-795C-3B8C68DF8DD5}"/>
              </a:ext>
            </a:extLst>
          </p:cNvPr>
          <p:cNvSpPr/>
          <p:nvPr/>
        </p:nvSpPr>
        <p:spPr>
          <a:xfrm>
            <a:off x="135825" y="142535"/>
            <a:ext cx="1603523" cy="3863818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97930E4-E62C-A4B7-79A2-538AB361714F}"/>
              </a:ext>
            </a:extLst>
          </p:cNvPr>
          <p:cNvSpPr/>
          <p:nvPr/>
        </p:nvSpPr>
        <p:spPr>
          <a:xfrm>
            <a:off x="135825" y="4384778"/>
            <a:ext cx="1601121" cy="236225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BB72614-CC4E-65C0-92FC-7FE9BDF9744C}"/>
              </a:ext>
            </a:extLst>
          </p:cNvPr>
          <p:cNvSpPr/>
          <p:nvPr/>
        </p:nvSpPr>
        <p:spPr>
          <a:xfrm>
            <a:off x="135826" y="3889469"/>
            <a:ext cx="1360137" cy="896820"/>
          </a:xfrm>
          <a:prstGeom prst="roundRect">
            <a:avLst>
              <a:gd name="adj" fmla="val 6689"/>
            </a:avLst>
          </a:prstGeom>
          <a:solidFill>
            <a:srgbClr val="00164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0B80643-AA42-F688-86A7-574DBD9DCEAD}"/>
              </a:ext>
            </a:extLst>
          </p:cNvPr>
          <p:cNvSpPr/>
          <p:nvPr/>
        </p:nvSpPr>
        <p:spPr>
          <a:xfrm>
            <a:off x="1875190" y="1882492"/>
            <a:ext cx="3342694" cy="4772308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3661EB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360ECDD-D213-ED94-74B4-3BBD57DCF8A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65" y="108110"/>
            <a:ext cx="1175745" cy="1178185"/>
          </a:xfrm>
          <a:prstGeom prst="rect">
            <a:avLst/>
          </a:prstGeom>
          <a:effectLst/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6D04346-C464-4E9F-0E8F-D03FC4306BCE}"/>
              </a:ext>
            </a:extLst>
          </p:cNvPr>
          <p:cNvSpPr/>
          <p:nvPr/>
        </p:nvSpPr>
        <p:spPr>
          <a:xfrm>
            <a:off x="225038" y="4006354"/>
            <a:ext cx="1629857" cy="37842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EB5EA77-CF57-F372-9E6B-BB84870B9651}"/>
              </a:ext>
            </a:extLst>
          </p:cNvPr>
          <p:cNvSpPr txBox="1"/>
          <p:nvPr/>
        </p:nvSpPr>
        <p:spPr>
          <a:xfrm>
            <a:off x="277825" y="4050422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2060"/>
                </a:solidFill>
                <a:latin typeface="Montserrat SemiBold" panose="00000700000000000000" pitchFamily="2" charset="0"/>
              </a:rPr>
              <a:t>Desligados</a:t>
            </a:r>
          </a:p>
        </p:txBody>
      </p:sp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91FA5EC8-F569-887F-5365-62598054B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00" y="982800"/>
            <a:ext cx="482400" cy="482400"/>
          </a:xfrm>
          <a:prstGeom prst="rect">
            <a:avLst/>
          </a:prstGeom>
        </p:spPr>
      </p:pic>
      <p:pic>
        <p:nvPicPr>
          <p:cNvPr id="15" name="Imagem 14" descr="Ícone&#10;&#10;Descrição gerada automaticamente">
            <a:extLst>
              <a:ext uri="{FF2B5EF4-FFF2-40B4-BE49-F238E27FC236}">
                <a16:creationId xmlns:a16="http://schemas.microsoft.com/office/drawing/2014/main" id="{58B2FF4A-AE52-8EF9-C8A1-7A6AB725FB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200" y="982800"/>
            <a:ext cx="482400" cy="482400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9C317594-54AA-DCD4-626E-D0CA4E97F0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00" y="950400"/>
            <a:ext cx="529200" cy="529200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E2EF84E7-1F57-B0B0-146D-267C9C55E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400" y="993600"/>
            <a:ext cx="453600" cy="453600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EF4BCFCE-C524-5207-F393-52DE72168423}"/>
              </a:ext>
            </a:extLst>
          </p:cNvPr>
          <p:cNvSpPr txBox="1"/>
          <p:nvPr/>
        </p:nvSpPr>
        <p:spPr>
          <a:xfrm>
            <a:off x="277825" y="2478612"/>
            <a:ext cx="808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Salário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368339D-F309-EEF5-BC89-35C768382396}"/>
              </a:ext>
            </a:extLst>
          </p:cNvPr>
          <p:cNvSpPr txBox="1"/>
          <p:nvPr/>
        </p:nvSpPr>
        <p:spPr>
          <a:xfrm>
            <a:off x="277825" y="1744459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Contratações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23821BB-96EF-7DBB-2BC6-F13DE4F86C98}"/>
              </a:ext>
            </a:extLst>
          </p:cNvPr>
          <p:cNvSpPr txBox="1"/>
          <p:nvPr/>
        </p:nvSpPr>
        <p:spPr>
          <a:xfrm>
            <a:off x="277825" y="3255067"/>
            <a:ext cx="131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Func</a:t>
            </a:r>
            <a:r>
              <a:rPr lang="pt-BR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. Ativos</a:t>
            </a:r>
          </a:p>
        </p:txBody>
      </p:sp>
    </p:spTree>
    <p:extLst>
      <p:ext uri="{BB962C8B-B14F-4D97-AF65-F5344CB8AC3E}">
        <p14:creationId xmlns:p14="http://schemas.microsoft.com/office/powerpoint/2010/main" val="876957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2947</TotalTime>
  <Words>32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Montserrat SemiBold</vt:lpstr>
      <vt:lpstr>Tema do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Office</cp:lastModifiedBy>
  <cp:revision>52</cp:revision>
  <dcterms:created xsi:type="dcterms:W3CDTF">2021-01-25T21:40:29Z</dcterms:created>
  <dcterms:modified xsi:type="dcterms:W3CDTF">2026-03-23T16:49:25Z</dcterms:modified>
</cp:coreProperties>
</file>